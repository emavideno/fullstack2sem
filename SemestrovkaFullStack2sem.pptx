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3D8BD-D898-4D4B-9153-66B6C0ABC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5D6628-CB67-49B5-AC22-F3113AD96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6A2C10-2FDD-4CFF-ACDC-76406B18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26A9FD-94C4-4636-B754-8407D5BF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0CB17A-AFD7-4497-92DF-4E9AD9CF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841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54C2D-BA0E-4304-811B-B3489BBC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574541-CBBD-4406-91E5-BC6E05529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FDE016-5398-4190-AFDE-83B8B1B8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AA511-EE20-4E54-A34E-068866DE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AFCCDF-4D8E-4294-B898-A4A0670C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3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3F090-B224-4370-BA5F-98E2A8FD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D91D90-D2A2-40CD-89F0-34E0BF346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7A7070-6E44-424B-8493-DC7F949D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769F13-B268-40A2-8666-F39092E06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5E5E88-2538-4F10-95F8-37F66805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02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4DE66D-4BEB-4A83-A661-69C982716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0017C2-B705-492B-A03B-888A52849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68A478-90D5-46DD-A078-624A1D689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D9EAB5-C384-4CAE-AE71-637B9997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157102-1ACF-40CB-BC00-DF534DFFB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C5768A-1CC6-4B85-9CCF-9B171032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87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BEDDF-954D-4914-8115-754EF792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ECD251-FC9F-43FC-9E41-4EA266ECB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DF0E29-827A-4B61-8941-20E65B2A4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7C7792-DC04-460A-BBB3-D2806EA26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036601-009D-4360-9635-FBBAE3F1C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8B42223-0602-4043-AF94-515A145B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EFB337C-EBF3-4CBB-BA93-EAD6FE4C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521C9-67F4-455D-B2E8-AFABEEAB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8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FBE04-7488-4095-8D2C-D20C677C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CE0EC6-8D04-43DD-9F3D-270B7FB9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BD216A-1B4C-4615-B42F-908AFD2B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28849E-B4EE-43F3-88AD-01101D7D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5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8A2DF6-8F9E-4068-BE96-D381640B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1D73EA-1530-4779-B0EB-58C1A17B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4648DD-6C6C-447E-8CED-C64A6EA7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095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9D605-6CDA-4B99-B4DD-A51086D5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CE7B97-4EAD-451B-9FA5-EE30DA67D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022306-5D8B-4543-99F5-7678E59E6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0612F4-6D59-4B96-9847-D55B0AC1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4D91F6-1616-4F51-872C-84A46BA5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2B299D-20D9-481C-98BF-68D24EE7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90A76-B308-4574-BBA9-6939EAD8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2AE7C1-A3E2-42EB-AD12-C4E76BC79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A7D166-1514-4793-BFBC-5C6870C66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31E2AE-4A41-4997-9D67-8EBA2295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DE2AE8-1F19-49E8-8253-F8A25726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FB70D2-5420-4EC8-85B5-A464C173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45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2ED03-5722-4612-86CD-7AD3B6942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93B6B8-C758-4593-8BE3-5CE18EC46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585856-D502-4A42-807B-31E80FB0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D1489F-C4C9-4211-8003-BD72EF57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7CAC8-E7CD-4198-A92A-F746C7D7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21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25EFAB-8188-4A3E-ADEF-B76895EEF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9A3CA3-99D0-4F98-950B-50B3F484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8307F6-805B-490A-84E2-462BBCE4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96F72-22D6-4397-9668-C9E77BF1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E5EAC-199D-442B-91EC-4EC25F42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825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A979C-84F1-463E-8419-1F09FC3C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1DB1DD-3991-48E0-BE29-FBD89FAD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E63342-FFF4-478E-8882-F222A87DC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23CC6-70FE-4163-B2F6-B20443E55AB4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D42998-8363-4800-90FA-6A36B0BFD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AD6C91-0C17-429B-94BC-A6B1C5EAC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0CFA-8B42-4B05-867C-4A3451FE2E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71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99F1F-4BC5-4B09-9552-12AFBDE56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7522" y="825623"/>
            <a:ext cx="8856955" cy="1792796"/>
          </a:xfrm>
        </p:spPr>
        <p:txBody>
          <a:bodyPr>
            <a:noAutofit/>
          </a:bodyPr>
          <a:lstStyle/>
          <a:p>
            <a:r>
              <a:rPr lang="ru-RU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Веб-сайт с </a:t>
            </a:r>
            <a:r>
              <a:rPr lang="en-US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IT</a:t>
            </a:r>
            <a:r>
              <a:rPr lang="ru-RU" sz="7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новостями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D4FC58-2BBA-4036-BE80-FB855E9D1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9507" y="3077594"/>
            <a:ext cx="7332955" cy="3367595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Сайт будет представлять собой ленту новостей, которая собирает материалы с других ресурсов</a:t>
            </a:r>
            <a:r>
              <a:rPr lang="en-US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ru-RU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в одном месте. Заходя на сайт пользователь видит ленту, </a:t>
            </a:r>
            <a:r>
              <a:rPr lang="ru-RU" sz="3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сгрупированную</a:t>
            </a:r>
            <a:r>
              <a:rPr lang="ru-RU" sz="3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по категориям.</a:t>
            </a:r>
          </a:p>
        </p:txBody>
      </p:sp>
      <p:pic>
        <p:nvPicPr>
          <p:cNvPr id="1026" name="Picture 2" descr="Новости – Бесплатные иконки: коммуникации">
            <a:extLst>
              <a:ext uri="{FF2B5EF4-FFF2-40B4-BE49-F238E27FC236}">
                <a16:creationId xmlns:a16="http://schemas.microsoft.com/office/drawing/2014/main" id="{DB09BCF9-667D-4F76-9B82-B32772FAF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40030">
            <a:off x="9121067" y="4168808"/>
            <a:ext cx="3008790" cy="300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9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EEB2E8-4708-45E3-B345-E99787BE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347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Возможности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3D4910-2E6C-4EA8-AE1D-9FEEE3E18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943"/>
            <a:ext cx="5257800" cy="4351338"/>
          </a:xfrm>
        </p:spPr>
        <p:txBody>
          <a:bodyPr/>
          <a:lstStyle/>
          <a:p>
            <a:r>
              <a:rPr 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ru-RU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Возможности </a:t>
            </a:r>
            <a:r>
              <a:rPr 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                 </a:t>
            </a:r>
            <a:r>
              <a:rPr lang="ru-RU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пользователя</a:t>
            </a:r>
            <a:r>
              <a:rPr lang="en-US" dirty="0"/>
              <a:t>:</a:t>
            </a:r>
          </a:p>
          <a:p>
            <a:endParaRPr lang="en-US" dirty="0"/>
          </a:p>
          <a:p>
            <a:pPr lvl="1"/>
            <a:r>
              <a:rPr lang="ru-RU" dirty="0"/>
              <a:t>Просмотр ленты</a:t>
            </a:r>
          </a:p>
          <a:p>
            <a:pPr lvl="1"/>
            <a:r>
              <a:rPr lang="ru-RU" dirty="0"/>
              <a:t>Фильтрация</a:t>
            </a:r>
          </a:p>
          <a:p>
            <a:pPr lvl="1"/>
            <a:r>
              <a:rPr lang="ru-RU" dirty="0"/>
              <a:t>Поиск</a:t>
            </a:r>
          </a:p>
          <a:p>
            <a:pPr lvl="1"/>
            <a:r>
              <a:rPr lang="ru-RU" dirty="0"/>
              <a:t>Реакции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B329F-ED3E-48A2-84DB-DF1F1A81F770}"/>
              </a:ext>
            </a:extLst>
          </p:cNvPr>
          <p:cNvSpPr txBox="1"/>
          <p:nvPr/>
        </p:nvSpPr>
        <p:spPr>
          <a:xfrm>
            <a:off x="6409677" y="1656943"/>
            <a:ext cx="503363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Возможности администратора</a:t>
            </a:r>
            <a:r>
              <a:rPr 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ru-RU" sz="2400" dirty="0">
                <a:ea typeface="Microsoft YaHei" panose="020B0503020204020204" pitchFamily="34" charset="-122"/>
              </a:rPr>
              <a:t>Автоматический </a:t>
            </a:r>
            <a:r>
              <a:rPr lang="ru-RU" sz="2400" dirty="0" err="1">
                <a:ea typeface="Microsoft YaHei" panose="020B0503020204020204" pitchFamily="34" charset="-122"/>
              </a:rPr>
              <a:t>парсинг</a:t>
            </a:r>
            <a:endParaRPr lang="ru-RU" sz="2400" dirty="0">
              <a:ea typeface="Microsoft YaHei" panose="020B0503020204020204" pitchFamily="34" charset="-122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400" dirty="0">
                <a:ea typeface="Microsoft YaHei" panose="020B0503020204020204" pitchFamily="34" charset="-122"/>
              </a:rPr>
              <a:t>CRUD</a:t>
            </a:r>
          </a:p>
          <a:p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ru-RU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050" name="Picture 2" descr="Customvcs - Facebook Like Emoji Png Transparent PNG - 1500x1500 - Free  Download on NicePNG">
            <a:extLst>
              <a:ext uri="{FF2B5EF4-FFF2-40B4-BE49-F238E27FC236}">
                <a16:creationId xmlns:a16="http://schemas.microsoft.com/office/drawing/2014/main" id="{86D85649-AAD2-4490-BCE7-59F58199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1567">
            <a:off x="239697" y="4907380"/>
            <a:ext cx="1731013" cy="1815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min - Discord Emoji">
            <a:extLst>
              <a:ext uri="{FF2B5EF4-FFF2-40B4-BE49-F238E27FC236}">
                <a16:creationId xmlns:a16="http://schemas.microsoft.com/office/drawing/2014/main" id="{46DF5C8E-AE90-47D0-9C8F-23077BF37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10281">
            <a:off x="10014012" y="4876473"/>
            <a:ext cx="1814328" cy="181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77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4562D-D63E-4678-B026-07D92808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Страницы в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MVP</a:t>
            </a:r>
            <a:endParaRPr lang="ru-RU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436E8-97AB-4B94-8F8A-5B8E3705C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Главная страница – Лента с частью поста, возможность выбора категории, строка поиска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Страница категории – Та же структура, но меняется заголовок на выбранную категорию, показываются только отфильтрованные новости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Результаты поиска – список найденных постов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Страница новости – Вся информация новости(полный текст, дата, автор) </a:t>
            </a:r>
          </a:p>
        </p:txBody>
      </p:sp>
      <p:pic>
        <p:nvPicPr>
          <p:cNvPr id="3074" name="Picture 2" descr="Заметка эмодзи 📝">
            <a:extLst>
              <a:ext uri="{FF2B5EF4-FFF2-40B4-BE49-F238E27FC236}">
                <a16:creationId xmlns:a16="http://schemas.microsoft.com/office/drawing/2014/main" id="{0B5DC0F4-9A2A-40E2-9F68-FE12CB52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3398">
            <a:off x="9884546" y="5211069"/>
            <a:ext cx="2201662" cy="220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07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104</Words>
  <Application>Microsoft Office PowerPoint</Application>
  <PresentationFormat>Широкоэкранный</PresentationFormat>
  <Paragraphs>22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Microsoft YaHei</vt:lpstr>
      <vt:lpstr>Arial</vt:lpstr>
      <vt:lpstr>Calibri</vt:lpstr>
      <vt:lpstr>Calibri Light</vt:lpstr>
      <vt:lpstr>Тема Office</vt:lpstr>
      <vt:lpstr>Веб-сайт с IT новостями</vt:lpstr>
      <vt:lpstr>Возможности проекта</vt:lpstr>
      <vt:lpstr>Страницы в MVP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Fantast</dc:creator>
  <cp:lastModifiedBy>Fantast</cp:lastModifiedBy>
  <cp:revision>6</cp:revision>
  <dcterms:created xsi:type="dcterms:W3CDTF">2026-02-16T11:08:19Z</dcterms:created>
  <dcterms:modified xsi:type="dcterms:W3CDTF">2026-02-16T12:01:51Z</dcterms:modified>
</cp:coreProperties>
</file>