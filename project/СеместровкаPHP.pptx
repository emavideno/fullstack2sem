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73A7C-368B-4D82-AF19-EB028564D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6CC1530-19D5-4A1E-896E-4FEFDD404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30847-5D16-47AB-8DE9-A5136F57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90FD07-AB20-488B-96E7-49FFCC2B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30EBDB-A2F6-4B2D-B190-91E7A9DAF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86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787337-7337-4799-AB4B-2DC550635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1247EB-84FC-43CE-8D5F-38EBB421D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5D5E10-9BB6-4C91-973B-2406AE9C0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601EFC-95B0-476E-BA7B-FA77B829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79A6B8-B937-4054-8D48-1F3A9B54D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19BCC-7C54-4C37-ADF8-9787B785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959A0-D52D-46C2-994B-9B71B4235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FC6BE2-544F-4EE9-8589-9DB232F22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0E8E22-DBC2-46E8-A432-8146F8625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FCE051-A7D5-4EB4-95FB-13F48838F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774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B7801-5E73-4A75-AA0D-C17467D9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7551B3-E0A6-4DE3-9225-2A014133F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98C4BD-ACB7-49A3-997B-82C8DFFE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A8DC4AF-47C1-427C-86EB-CA3C36312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DCBC40-7C1F-43B7-96BC-912F6F61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E26C06-201E-4FFF-9B01-5E422F7A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1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39BA4-1CA6-43E7-9A70-541C3887E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B8694-E89D-44B3-AE9D-2AC9D439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E39DFD-1DCD-4BAA-AF7C-C14D9FE567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9E2E605-8447-4AE7-A392-3A2C157F3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3EB280-EC9B-455B-87D6-E6F82A42D4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B2DA83B-2597-4E3A-A70C-0123BE432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4B2A8C0-440F-4693-979A-54F8DC820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4F21A5-DBCC-4CF0-996F-9C481D47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11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B3916-03C5-445D-BD1F-3DD17C54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A8536CE-783E-4D79-9F8E-89FC21EB9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9706CEC-9554-4A7B-AA9C-E5E9B77A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8EC5A6-389E-4AE9-932B-BC90AA884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64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0CD205-F141-4C5C-8212-66525CCC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2986A0-F317-4E7F-8371-5833F9A49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1F00DE-3979-4981-8D5C-725042756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919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CF3F9C-95B3-4258-9260-DA9941FE7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36ED47-C1E9-4FA9-A3CA-85E53D98E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D2C037-630F-428E-AE9A-4B5862B47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BE7062-4744-4960-A80B-7D055F8C0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79E8B2-6C29-45E8-9CD0-5C645EF7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D90BD40-E60C-4FD9-8CFF-EF6EC583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881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321FDF-E9C2-4DBC-9A91-080B6039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62D8437-2771-43DB-B043-EA4E8249F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A405253-3D2F-4614-8C0D-BACE9802B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F9B96E-DDF0-4CE0-AAC2-8EBA4716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7246EB-DEC0-48D0-86FD-F9D10AC64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3C0F8F6-3C23-4C09-9794-37BDF6AD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2628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8CCD7-6887-4A12-B2D5-F628B2AF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897B0F-5C3F-440D-9BC1-2FE087C04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B4A88-F54C-4556-9A20-D69F9D56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FB75D7-11AA-4B13-BB05-CD5AA6494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1E418-CBA1-4F68-899D-0E5BC3B6F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5081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B35F17-E7BC-4028-BAAA-5EED08FEB9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EB61766-07F6-499D-B0C8-AE312D306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8BCF86-7C6E-4B6D-8481-3BD8FC7D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7B06B-61E0-46E9-8115-6BE14D928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C77EB-6708-473E-AA7F-B5059595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7130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78DA1F-4961-40D9-AA98-0657169D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A51B9C-8FCF-4AEE-BA8B-047D501EB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BFF63A-8BCD-470E-A2F5-F60A8ED3B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9E95C-7089-49AD-B393-4A6ECAA73FB8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1B5D00-0DD9-4DF5-A89C-61772455ED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BB14A6A-569D-438A-A757-1D1B31CDC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B6E4D-33EA-468E-B13C-3F6655D261D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34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D6ADE5-3D6E-460D-B1DF-50CBD1E94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BD4451-DF99-4EE6-8BF2-A6EC976BC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8508" y="1597981"/>
            <a:ext cx="6190695" cy="1911982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Агрегатор </a:t>
            </a:r>
            <a:r>
              <a:rPr lang="en-US" dirty="0">
                <a:solidFill>
                  <a:schemeClr val="bg1"/>
                </a:solidFill>
                <a:effectLst>
                  <a:outerShdw blurRad="50800" dist="38100" dir="5820000" sx="103000" sy="103000" algn="tl" rotWithShape="0">
                    <a:schemeClr val="tx1">
                      <a:lumMod val="50000"/>
                      <a:lumOff val="50000"/>
                      <a:alpha val="63000"/>
                    </a:schemeClr>
                  </a:outerShdw>
                </a:effectLst>
                <a:latin typeface="Arial Black" panose="020B0A04020102020204" pitchFamily="34" charset="0"/>
              </a:rPr>
              <a:t>IT-</a:t>
            </a:r>
            <a:r>
              <a:rPr lang="ru-RU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новостей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CD064E-2D24-4D2C-BC11-E69B12189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4534" y="4330008"/>
            <a:ext cx="5178641" cy="676999"/>
          </a:xfrm>
        </p:spPr>
        <p:txBody>
          <a:bodyPr>
            <a:normAutofit fontScale="40000" lnSpcReduction="20000"/>
          </a:bodyPr>
          <a:lstStyle/>
          <a:p>
            <a:r>
              <a:rPr lang="ru-RU" sz="60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Бикбулатов Айнур, 11-409</a:t>
            </a:r>
          </a:p>
        </p:txBody>
      </p:sp>
    </p:spTree>
    <p:extLst>
      <p:ext uri="{BB962C8B-B14F-4D97-AF65-F5344CB8AC3E}">
        <p14:creationId xmlns:p14="http://schemas.microsoft.com/office/powerpoint/2010/main" val="529606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0A347E-300E-4211-9328-624AD209A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D12C5-C959-47E4-A471-66648233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60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Архитектура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65CB12-B700-4404-A91C-B4B5A1D28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- MVC: </a:t>
            </a:r>
            <a:r>
              <a:rPr lang="ru-RU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роутер с атрибутами, контроллеры, модели (</a:t>
            </a:r>
            <a:r>
              <a:rPr lang="en-US" sz="2400" dirty="0" err="1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ActiveRecord</a:t>
            </a:r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- PSR-4 </a:t>
            </a:r>
            <a:r>
              <a:rPr lang="ru-RU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автозагрузка (</a:t>
            </a:r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Composer)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- SQLite + PDO</a:t>
            </a:r>
            <a:endParaRPr lang="ru-RU" sz="2400" dirty="0">
              <a:solidFill>
                <a:schemeClr val="bg1"/>
              </a:solidFill>
              <a:effectLst>
                <a:outerShdw blurRad="50800" dist="38100" dir="2700000" sx="104000" sy="104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1026" name="Picture 2" descr="Model-View-Controller — Википедия">
            <a:extLst>
              <a:ext uri="{FF2B5EF4-FFF2-40B4-BE49-F238E27FC236}">
                <a16:creationId xmlns:a16="http://schemas.microsoft.com/office/drawing/2014/main" id="{418E4A4A-6880-4561-BF73-8DC0A9DA2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869" y="3403630"/>
            <a:ext cx="3048000" cy="333375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13C5BA4-04FB-4123-8C87-5A300646F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1530" y="3738880"/>
            <a:ext cx="2458332" cy="291722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ite Tutorial - An Easy Way to Master SQLite Fast">
            <a:extLst>
              <a:ext uri="{FF2B5EF4-FFF2-40B4-BE49-F238E27FC236}">
                <a16:creationId xmlns:a16="http://schemas.microsoft.com/office/drawing/2014/main" id="{828F9ABE-3F77-44B9-953B-7B3465DEA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37" y="5270530"/>
            <a:ext cx="3114675" cy="14668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91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9CD84C-00D4-4447-A9C1-7588DA51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4841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F0D091-B374-459E-AC9A-E14D994AF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40" y="147406"/>
            <a:ext cx="9870440" cy="955675"/>
          </a:xfrm>
        </p:spPr>
        <p:txBody>
          <a:bodyPr>
            <a:normAutofit fontScale="90000"/>
          </a:bodyPr>
          <a:lstStyle/>
          <a:p>
            <a:r>
              <a:rPr lang="ru-RU" sz="60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Основной функционал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F8D3B06-978B-4766-AE1D-7B0835D5A3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5645" y="1434465"/>
            <a:ext cx="11264234" cy="573849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Рисунок 7" descr="Линия со стрелкой: прямо со сплошной заливкой">
            <a:extLst>
              <a:ext uri="{FF2B5EF4-FFF2-40B4-BE49-F238E27FC236}">
                <a16:creationId xmlns:a16="http://schemas.microsoft.com/office/drawing/2014/main" id="{EFEA4837-B51A-49F5-A86E-75C6C382BF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25444">
            <a:off x="6676622" y="899342"/>
            <a:ext cx="738862" cy="738862"/>
          </a:xfrm>
          <a:prstGeom prst="rect">
            <a:avLst/>
          </a:prstGeom>
        </p:spPr>
      </p:pic>
      <p:pic>
        <p:nvPicPr>
          <p:cNvPr id="9" name="Рисунок 8" descr="Линия со стрелкой: прямо со сплошной заливкой">
            <a:extLst>
              <a:ext uri="{FF2B5EF4-FFF2-40B4-BE49-F238E27FC236}">
                <a16:creationId xmlns:a16="http://schemas.microsoft.com/office/drawing/2014/main" id="{D7A20586-F0C5-48F0-9EB6-236766CF31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25444">
            <a:off x="9953127" y="2195845"/>
            <a:ext cx="738862" cy="738862"/>
          </a:xfrm>
          <a:prstGeom prst="rect">
            <a:avLst/>
          </a:prstGeom>
        </p:spPr>
      </p:pic>
      <p:pic>
        <p:nvPicPr>
          <p:cNvPr id="10" name="Рисунок 9" descr="Линия со стрелкой: прямо со сплошной заливкой">
            <a:extLst>
              <a:ext uri="{FF2B5EF4-FFF2-40B4-BE49-F238E27FC236}">
                <a16:creationId xmlns:a16="http://schemas.microsoft.com/office/drawing/2014/main" id="{EE6C9095-1C6D-4ECB-8E3A-DDE509BFC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365533">
            <a:off x="8893156" y="4386044"/>
            <a:ext cx="738862" cy="738862"/>
          </a:xfrm>
          <a:prstGeom prst="rect">
            <a:avLst/>
          </a:prstGeom>
        </p:spPr>
      </p:pic>
      <p:pic>
        <p:nvPicPr>
          <p:cNvPr id="11" name="Рисунок 10" descr="Линия со стрелкой: прямо со сплошной заливкой">
            <a:extLst>
              <a:ext uri="{FF2B5EF4-FFF2-40B4-BE49-F238E27FC236}">
                <a16:creationId xmlns:a16="http://schemas.microsoft.com/office/drawing/2014/main" id="{2FDFB0A9-0034-4C4C-9B4F-2585A76D2E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441572">
            <a:off x="3402033" y="4447182"/>
            <a:ext cx="738862" cy="738862"/>
          </a:xfrm>
          <a:prstGeom prst="rect">
            <a:avLst/>
          </a:prstGeom>
        </p:spPr>
      </p:pic>
      <p:pic>
        <p:nvPicPr>
          <p:cNvPr id="12" name="Рисунок 11" descr="Линия со стрелкой: прямо со сплошной заливкой">
            <a:extLst>
              <a:ext uri="{FF2B5EF4-FFF2-40B4-BE49-F238E27FC236}">
                <a16:creationId xmlns:a16="http://schemas.microsoft.com/office/drawing/2014/main" id="{C28F81AF-FEE9-4508-839B-2FE0EB5151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4537084">
            <a:off x="339016" y="1696985"/>
            <a:ext cx="738862" cy="738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25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5D4001-ABB5-42CC-8F6F-5F1D5A953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D3151A-BAEE-480D-A65F-19839D37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Админ-панель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8F8554F-C5DC-40E4-AA44-C5F17F7CB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22706"/>
            <a:ext cx="10972800" cy="395717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42877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E2CE6C0-19F7-4FA4-A71C-C8BFBADE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A7512-BF33-4FAA-A28F-F41BCD17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59" y="80846"/>
            <a:ext cx="10515600" cy="1325563"/>
          </a:xfrm>
        </p:spPr>
        <p:txBody>
          <a:bodyPr/>
          <a:lstStyle/>
          <a:p>
            <a:r>
              <a:rPr lang="ru-RU" sz="5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Стандарты и тесты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60D26A-44DE-4230-B073-0880C66E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04" y="1414424"/>
            <a:ext cx="8716591" cy="55252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44CAFF-91B4-4346-AB51-1CD30B070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31" y="2425816"/>
            <a:ext cx="4737409" cy="43513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071ED1D-5BB5-4D4F-AAD9-B643CA03EE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609" y="3429000"/>
            <a:ext cx="6462359" cy="208265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65900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4A67C9-BBC3-436A-8B4D-7393BE29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67284-783A-449B-936C-7C3ECCB7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6068" y="2766218"/>
            <a:ext cx="6273800" cy="1325563"/>
          </a:xfrm>
        </p:spPr>
        <p:txBody>
          <a:bodyPr/>
          <a:lstStyle/>
          <a:p>
            <a:r>
              <a:rPr lang="ru-RU" sz="5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Демонстрация</a:t>
            </a:r>
            <a:r>
              <a:rPr lang="en-US" sz="5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!</a:t>
            </a:r>
            <a:endParaRPr lang="ru-RU" sz="5400" dirty="0">
              <a:solidFill>
                <a:schemeClr val="bg1"/>
              </a:solidFill>
              <a:effectLst>
                <a:outerShdw blurRad="50800" dist="38100" dir="2700000" sx="104000" sy="104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124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0EF608-BA5D-4419-9EC2-695272A7E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0337"/>
            <a:ext cx="12205937" cy="78876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5FCF77-F0B1-430D-A483-B8A5F87A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620" y="2103437"/>
            <a:ext cx="9128760" cy="1325563"/>
          </a:xfrm>
        </p:spPr>
        <p:txBody>
          <a:bodyPr/>
          <a:lstStyle/>
          <a:p>
            <a:r>
              <a:rPr lang="ru-RU" sz="5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</a:rPr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C4C321-11FE-4765-B0A5-0C704986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08" y="3946640"/>
            <a:ext cx="11120120" cy="587375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  <a:effectLst>
                  <a:outerShdw blurRad="50800" dist="38100" dir="2700000" sx="104000" sy="104000" algn="tl" rotWithShape="0">
                    <a:schemeClr val="tx1">
                      <a:lumMod val="50000"/>
                      <a:lumOff val="50000"/>
                      <a:alpha val="40000"/>
                    </a:scheme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rPr>
              <a:t>https://github.com/Emavideno/FullStack2sem/tree/main/project</a:t>
            </a:r>
            <a:endParaRPr lang="ru-RU" sz="2400" dirty="0">
              <a:solidFill>
                <a:schemeClr val="bg1"/>
              </a:solidFill>
              <a:effectLst>
                <a:outerShdw blurRad="50800" dist="38100" dir="2700000" sx="104000" sy="104000" algn="tl" rotWithShape="0">
                  <a:schemeClr val="tx1">
                    <a:lumMod val="50000"/>
                    <a:lumOff val="50000"/>
                    <a:alpha val="40000"/>
                  </a:schemeClr>
                </a:outerShdw>
              </a:effectLst>
              <a:latin typeface="Arial Black" panose="020B0A04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46005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58</Words>
  <Application>Microsoft Office PowerPoint</Application>
  <PresentationFormat>Широкоэкранный</PresentationFormat>
  <Paragraphs>12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Тема Office</vt:lpstr>
      <vt:lpstr>Агрегатор IT-новостей</vt:lpstr>
      <vt:lpstr>Архитектура</vt:lpstr>
      <vt:lpstr>Основной функционал</vt:lpstr>
      <vt:lpstr>Админ-панель</vt:lpstr>
      <vt:lpstr>Стандарты и тесты</vt:lpstr>
      <vt:lpstr>Демонстрация!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Агрегатор IT-новостей</dc:title>
  <dc:creator>Fantast</dc:creator>
  <cp:lastModifiedBy>Fantast</cp:lastModifiedBy>
  <cp:revision>7</cp:revision>
  <dcterms:created xsi:type="dcterms:W3CDTF">2026-06-01T08:50:18Z</dcterms:created>
  <dcterms:modified xsi:type="dcterms:W3CDTF">2026-06-01T10:18:16Z</dcterms:modified>
</cp:coreProperties>
</file>